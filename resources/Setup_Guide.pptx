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56032"/>
            <a:ext cx="822960" cy="384048"/>
          </a:xfrm>
          <a:prstGeom prst="rect">
            <a:avLst/>
          </a:prstGeom>
          <a:solidFill>
            <a:srgbClr val="00C97A">
              <a:alpha val="12000"/>
            </a:srgbClr>
          </a:solidFill>
          <a:ln w="12700">
            <a:solidFill>
              <a:srgbClr val="00C97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92240" y="25603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79208" y="256032"/>
            <a:ext cx="822960" cy="384048"/>
          </a:xfrm>
          <a:prstGeom prst="rect">
            <a:avLst/>
          </a:prstGeom>
          <a:solidFill>
            <a:srgbClr val="1A8FFF">
              <a:alpha val="12000"/>
            </a:srgbClr>
          </a:solidFill>
          <a:ln w="12700">
            <a:solidFill>
              <a:srgbClr val="1A8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79208" y="25603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66176" y="256032"/>
            <a:ext cx="822960" cy="384048"/>
          </a:xfrm>
          <a:prstGeom prst="rect">
            <a:avLst/>
          </a:prstGeom>
          <a:solidFill>
            <a:srgbClr val="FFD93D">
              <a:alpha val="12000"/>
            </a:srgbClr>
          </a:solidFill>
          <a:ln w="12700">
            <a:solidFill>
              <a:srgbClr val="FFD93D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66176" y="25603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92240" y="758952"/>
            <a:ext cx="822960" cy="384048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7589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79208" y="758952"/>
            <a:ext cx="822960" cy="384048"/>
          </a:xfrm>
          <a:prstGeom prst="rect">
            <a:avLst/>
          </a:prstGeom>
          <a:solidFill>
            <a:srgbClr val="FF5C5C">
              <a:alpha val="12000"/>
            </a:srgbClr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9208" y="7589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pyautogui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5029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GUIDE  ·  BEFORE THE SESSION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84124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EF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Prerequisites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502920" y="1719072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Setup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0292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install before the talk show.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take about 10 minutes.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1828800" cy="384048"/>
          </a:xfrm>
          <a:prstGeom prst="rect">
            <a:avLst/>
          </a:prstGeom>
          <a:solidFill>
            <a:srgbClr val="1A8FFF">
              <a:alpha val="14000"/>
            </a:srgbClr>
          </a:solidFill>
          <a:ln w="12700">
            <a:solidFill>
              <a:srgbClr val="1A8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03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3703320"/>
            <a:ext cx="1828800" cy="384048"/>
          </a:xfrm>
          <a:prstGeom prst="rect">
            <a:avLst/>
          </a:prstGeom>
          <a:solidFill>
            <a:srgbClr val="00C97A">
              <a:alpha val="14000"/>
            </a:srgbClr>
          </a:solidFill>
          <a:ln w="12700">
            <a:solidFill>
              <a:srgbClr val="00C97A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3703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703320"/>
            <a:ext cx="1828800" cy="384048"/>
          </a:xfrm>
          <a:prstGeom prst="rect">
            <a:avLst/>
          </a:prstGeom>
          <a:solidFill>
            <a:srgbClr val="FFD93D">
              <a:alpha val="14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703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packages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C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vscode  ·  opencv  ·  mediapipe  ·  pyautogui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need to install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— a runtime, an editor, and three Python packages.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24912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2724912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3619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" y="179222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4632" y="2331720"/>
            <a:ext cx="2395728" cy="0"/>
          </a:xfrm>
          <a:prstGeom prst="line">
            <a:avLst/>
          </a:prstGeom>
          <a:noFill/>
          <a:ln w="12700">
            <a:solidFill>
              <a:srgbClr val="00C97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4231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that runs all our scripts. Must be 3.11 — not 3.12, mediapipe doesn't support 3.12 yet.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" y="3456432"/>
            <a:ext cx="2395728" cy="713232"/>
          </a:xfrm>
          <a:prstGeom prst="rect">
            <a:avLst/>
          </a:prstGeom>
          <a:solidFill>
            <a:srgbClr val="00C97A">
              <a:alpha val="8000"/>
            </a:srgbClr>
          </a:solidFill>
          <a:ln w="12700">
            <a:solidFill>
              <a:srgbClr val="00C97A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3502152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Version 3.11 specifically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444752"/>
            <a:ext cx="2724912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44752"/>
            <a:ext cx="2724912" cy="50292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53619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0712" y="179222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410712" y="2331720"/>
            <a:ext cx="2395728" cy="0"/>
          </a:xfrm>
          <a:prstGeom prst="line">
            <a:avLst/>
          </a:prstGeom>
          <a:noFill/>
          <a:ln w="12700">
            <a:solidFill>
              <a:srgbClr val="1A8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4231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write and run your code. Free, works on Windows, macOS, and Linux.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10712" y="3456432"/>
            <a:ext cx="2395728" cy="713232"/>
          </a:xfrm>
          <a:prstGeom prst="rect">
            <a:avLst/>
          </a:prstGeom>
          <a:solidFill>
            <a:srgbClr val="1A8FFF">
              <a:alpha val="8000"/>
            </a:srgbClr>
          </a:solidFill>
          <a:ln w="12700">
            <a:solidFill>
              <a:srgbClr val="1A8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65576" y="3502152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 ·  code.visualstudio.com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444752"/>
            <a:ext cx="2724912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93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444752"/>
            <a:ext cx="2724912" cy="502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153619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36792" y="179222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Python packages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336792" y="2331720"/>
            <a:ext cx="2395728" cy="0"/>
          </a:xfrm>
          <a:prstGeom prst="line">
            <a:avLst/>
          </a:prstGeom>
          <a:noFill/>
          <a:ln w="12700">
            <a:solidFill>
              <a:srgbClr val="FFD93D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24231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with one pip command. Covers camera capture, hand tracking, and keyboard control.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36792" y="3456432"/>
            <a:ext cx="2395728" cy="713232"/>
          </a:xfrm>
          <a:prstGeom prst="rect">
            <a:avLst/>
          </a:prstGeom>
          <a:solidFill>
            <a:srgbClr val="FFD93D">
              <a:alpha val="8000"/>
            </a:srgbClr>
          </a:solidFill>
          <a:ln w="12700">
            <a:solidFill>
              <a:srgbClr val="FFD93D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3502152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pip install command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8FFF">
              <a:alpha val="9000"/>
            </a:srgbClr>
          </a:solidFill>
          <a:ln w="12700">
            <a:solidFill>
              <a:srgbClr val="1A8F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in order: Python first, then VS Code, then packages.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OF 3  ·  PYTHON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Python 3.11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3.11 — mediapipe does not support 3.12 yet.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457200"/>
          </a:xfrm>
          <a:prstGeom prst="rect">
            <a:avLst/>
          </a:prstGeom>
          <a:solidFill>
            <a:srgbClr val="FFD93D">
              <a:alpha val="10000"/>
            </a:srgbClr>
          </a:solidFill>
          <a:ln w="12700">
            <a:solidFill>
              <a:srgbClr val="FFD93D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721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you already have Python 3.12 installed, don't uninstall it — just install 3.11 alongside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2724912" cy="2377440"/>
          </a:xfrm>
          <a:prstGeom prst="rect">
            <a:avLst/>
          </a:prstGeom>
          <a:solidFill>
            <a:srgbClr val="0F1520"/>
          </a:solidFill>
          <a:ln w="12700">
            <a:solidFill>
              <a:srgbClr val="1A8F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29968"/>
            <a:ext cx="2724912" cy="50292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1214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" y="25420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python.org/downloads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871216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'Download Python 3.11.x'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32004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the .exe installer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35295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✓ Tick 'Add Python to PATH'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85876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Click Install Now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4078224"/>
            <a:ext cx="2395728" cy="237744"/>
          </a:xfrm>
          <a:prstGeom prst="rect">
            <a:avLst/>
          </a:prstGeom>
          <a:solidFill>
            <a:srgbClr val="050A0F"/>
          </a:solidFill>
          <a:ln w="12700">
            <a:solidFill>
              <a:srgbClr val="1A8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4096512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2029968"/>
            <a:ext cx="2724912" cy="23774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C9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2029968"/>
            <a:ext cx="2724912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1214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29000" y="25420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python.org/downloads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2871216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Download the macOS .pkg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2004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 and follow the steps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5295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or via Homebrew: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385876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brew install python@3.11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4078224"/>
            <a:ext cx="2395728" cy="237744"/>
          </a:xfrm>
          <a:prstGeom prst="rect">
            <a:avLst/>
          </a:prstGeom>
          <a:solidFill>
            <a:srgbClr val="050A0F"/>
          </a:solidFill>
          <a:ln w="12700">
            <a:solidFill>
              <a:srgbClr val="00C97A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4096512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python3 --version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08776" y="2029968"/>
            <a:ext cx="2724912" cy="2377440"/>
          </a:xfrm>
          <a:prstGeom prst="rect">
            <a:avLst/>
          </a:prstGeom>
          <a:solidFill>
            <a:srgbClr val="0F1520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2029968"/>
            <a:ext cx="2724912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212140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73368" y="25420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Debian: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73368" y="2871216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73368" y="3200400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python3.11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73368" y="3529584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python3-pip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73368" y="3858768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73368" y="4078224"/>
            <a:ext cx="2395728" cy="237744"/>
          </a:xfrm>
          <a:prstGeom prst="rect">
            <a:avLst/>
          </a:prstGeom>
          <a:solidFill>
            <a:srgbClr val="050A0F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4096512"/>
            <a:ext cx="2304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python3 --version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0C97A">
              <a:alpha val="9000"/>
            </a:srgbClr>
          </a:solidFill>
          <a:ln w="12700">
            <a:solidFill>
              <a:srgbClr val="00C97A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open a terminal and run the check command — it should print "Python 3.11.x"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OF 3  ·  VS CODE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VS Code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code editor. Download from code.visualstudio.com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206240" cy="50292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27048"/>
            <a:ext cx="384048" cy="384048"/>
          </a:xfrm>
          <a:prstGeom prst="ellipse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15453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VS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201168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code.visualstudio.com and download the installer for your 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7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420624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527048"/>
            <a:ext cx="384048" cy="384048"/>
          </a:xfrm>
          <a:prstGeom prst="ellipse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15453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installer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201168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tick "Add to PATH" and "Register Code as an editor". Click through the rest.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93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71800"/>
            <a:ext cx="4206240" cy="502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3081528"/>
            <a:ext cx="384048" cy="384048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" y="30998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Python extension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56616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→ click Extensions icon (⊞) → search "Python" → install the one by Microsoft.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71800"/>
            <a:ext cx="420624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3081528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30998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Python 3.11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356616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Ctrl+Shift+P → type 'Python: Select Interpreter' → choose the 3.11 entry from the list.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8FFF">
              <a:alpha val="9000"/>
            </a:srgbClr>
          </a:solidFill>
          <a:ln w="12700">
            <a:solidFill>
              <a:srgbClr val="1A8F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important — VS Code must know to use Python 3.11, not any other version.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OF 3  ·  PACKAGES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3 Python packages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 command installs all three.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850392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00C97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81328"/>
            <a:ext cx="50292" cy="80467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54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6459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access, image processing, drawing on frames, displaying windows.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1664208"/>
            <a:ext cx="960120" cy="438912"/>
          </a:xfrm>
          <a:prstGeom prst="rect">
            <a:avLst/>
          </a:prstGeom>
          <a:solidFill>
            <a:srgbClr val="00C97A">
              <a:alpha val="12000"/>
            </a:srgbClr>
          </a:solidFill>
          <a:ln w="12700">
            <a:solidFill>
              <a:srgbClr val="00C97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1664208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01  02  04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850392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77440"/>
            <a:ext cx="50292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505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7614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5420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21 hand landmarks in real time. Used for the volume control demo.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26680" y="2560320"/>
            <a:ext cx="960120" cy="438912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56032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only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8503920" cy="804672"/>
          </a:xfrm>
          <a:prstGeom prst="rect">
            <a:avLst/>
          </a:prstGeom>
          <a:solidFill>
            <a:srgbClr val="0F1520"/>
          </a:solidFill>
          <a:ln w="12700">
            <a:solidFill>
              <a:srgbClr val="FF5C5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73552"/>
            <a:ext cx="50292" cy="80467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46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pyautogui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43814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keyboard events — volume up and volume down key presses.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26680" y="3456432"/>
            <a:ext cx="960120" cy="438912"/>
          </a:xfrm>
          <a:prstGeom prst="rect">
            <a:avLst/>
          </a:prstGeom>
          <a:solidFill>
            <a:srgbClr val="FF5C5C">
              <a:alpha val="12000"/>
            </a:srgbClr>
          </a:solidFill>
          <a:ln w="12700">
            <a:solidFill>
              <a:srgbClr val="FF5C5C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3456432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only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4279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all three with one command: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420624"/>
          </a:xfrm>
          <a:prstGeom prst="rect">
            <a:avLst/>
          </a:prstGeom>
          <a:solidFill>
            <a:srgbClr val="050A0F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572000"/>
            <a:ext cx="850392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47548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 mediapipe pyautogui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  ·  HOW TO INSTALL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this in your terminal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(not the Python shell) and paste the command below.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502920"/>
          </a:xfrm>
          <a:prstGeom prst="rect">
            <a:avLst/>
          </a:prstGeom>
          <a:solidFill>
            <a:srgbClr val="050A0F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45920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-3.11 -m pip install opencv-python mediapipe pyautogui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 py -3.11 -m pip  guarantees packages go into Python 3.11, not any other version.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py -3.11 is not recognised, try: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023360" cy="411480"/>
          </a:xfrm>
          <a:prstGeom prst="rect">
            <a:avLst/>
          </a:prstGeom>
          <a:solidFill>
            <a:srgbClr val="050A0F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97480"/>
            <a:ext cx="4023360" cy="50292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80360"/>
            <a:ext cx="3749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 mediapipe pyautogui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install — run in Python: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4069080" cy="1444752"/>
          </a:xfrm>
          <a:prstGeom prst="rect">
            <a:avLst/>
          </a:prstGeom>
          <a:solidFill>
            <a:srgbClr val="050A0F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697480"/>
            <a:ext cx="406908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8803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print(cv2.__version__)   # e.g. 4.9.0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mediapipe import solutions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print('mediapipe OK')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pyautogui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print('pyautogui OK')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8412480" cy="292608"/>
          </a:xfrm>
          <a:prstGeom prst="rect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5196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For mediapipe — use  from mediapipe import solutions  not  import mediapipe.solutions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0C97A">
              <a:alpha val="9000"/>
            </a:srgbClr>
          </a:solidFill>
          <a:ln w="12700">
            <a:solidFill>
              <a:srgbClr val="00C97A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should print without any red error text. If one fails, see the troubleshooting slide.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CHECK  ·  WEBCAM 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EF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your webcam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before the session — if it doesn't open here, it won't open during the demo.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114800" cy="1234440"/>
          </a:xfrm>
          <a:prstGeom prst="rect">
            <a:avLst/>
          </a:prstGeom>
          <a:solidFill>
            <a:srgbClr val="050A0F"/>
          </a:solidFill>
          <a:ln w="12700">
            <a:solidFill>
              <a:srgbClr val="1C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44752"/>
            <a:ext cx="411480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2763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frame = cap.read()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print('✅ Webcam OK!')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print('❌ Not found — try index 1')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4114800" cy="347472"/>
          </a:xfrm>
          <a:prstGeom prst="rect">
            <a:avLst/>
          </a:prstGeom>
          <a:solidFill>
            <a:srgbClr val="00C97A">
              <a:alpha val="8000"/>
            </a:srgbClr>
          </a:solidFill>
          <a:ln w="12700">
            <a:solidFill>
              <a:srgbClr val="00C97A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254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Webcam OK! → you are fully ready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91256"/>
            <a:ext cx="4114800" cy="347472"/>
          </a:xfrm>
          <a:prstGeom prst="rect">
            <a:avLst/>
          </a:prstGeom>
          <a:solidFill>
            <a:srgbClr val="FFD93D">
              <a:alpha val="8000"/>
            </a:srgbClr>
          </a:solidFill>
          <a:ln w="12700">
            <a:solidFill>
              <a:srgbClr val="FFD93D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27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found → change VideoCapture(0) to (1)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93592"/>
            <a:ext cx="4114800" cy="347472"/>
          </a:xfrm>
          <a:prstGeom prst="rect">
            <a:avLst/>
          </a:prstGeom>
          <a:solidFill>
            <a:srgbClr val="FF5C5C">
              <a:alpha val="8000"/>
            </a:srgbClr>
          </a:solidFill>
          <a:ln w="12700">
            <a:solidFill>
              <a:srgbClr val="FF5C5C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01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failing → close Zoom/Teams — they block the camera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444752"/>
            <a:ext cx="3977640" cy="3063240"/>
          </a:xfrm>
          <a:prstGeom prst="rect">
            <a:avLst/>
          </a:prstGeom>
          <a:solidFill>
            <a:srgbClr val="0F1520"/>
          </a:solidFill>
          <a:ln w="12700">
            <a:solidFill>
              <a:srgbClr val="00C9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44752"/>
            <a:ext cx="397764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361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setup checklist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938528"/>
            <a:ext cx="201168" cy="201168"/>
          </a:xfrm>
          <a:prstGeom prst="rect">
            <a:avLst/>
          </a:prstGeom>
          <a:solidFill>
            <a:srgbClr val="00C97A">
              <a:alpha val="20000"/>
            </a:srgbClr>
          </a:solidFill>
          <a:ln w="12700">
            <a:solidFill>
              <a:srgbClr val="00C97A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938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03520" y="19385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installed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189988"/>
            <a:ext cx="201168" cy="201168"/>
          </a:xfrm>
          <a:prstGeom prst="rect">
            <a:avLst/>
          </a:prstGeom>
          <a:solidFill>
            <a:srgbClr val="00C97A">
              <a:alpha val="20000"/>
            </a:srgbClr>
          </a:solidFill>
          <a:ln w="12700">
            <a:solidFill>
              <a:srgbClr val="00C97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1899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1899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--version prints 3.11.x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2441448"/>
            <a:ext cx="201168" cy="201168"/>
          </a:xfrm>
          <a:prstGeom prst="rect">
            <a:avLst/>
          </a:prstGeom>
          <a:solidFill>
            <a:srgbClr val="1A8FFF">
              <a:alpha val="20000"/>
            </a:srgbClr>
          </a:solidFill>
          <a:ln w="12700">
            <a:solidFill>
              <a:srgbClr val="1A8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4414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24414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installed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2692908"/>
            <a:ext cx="201168" cy="201168"/>
          </a:xfrm>
          <a:prstGeom prst="rect">
            <a:avLst/>
          </a:prstGeom>
          <a:solidFill>
            <a:srgbClr val="1A8FFF">
              <a:alpha val="20000"/>
            </a:srgbClr>
          </a:solidFill>
          <a:ln w="12700">
            <a:solidFill>
              <a:srgbClr val="1A8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6929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6929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extension in VS Code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2944368"/>
            <a:ext cx="201168" cy="201168"/>
          </a:xfrm>
          <a:prstGeom prst="rect">
            <a:avLst/>
          </a:prstGeom>
          <a:solidFill>
            <a:srgbClr val="1A8FFF">
              <a:alpha val="20000"/>
            </a:srgbClr>
          </a:solidFill>
          <a:ln w="12700">
            <a:solidFill>
              <a:srgbClr val="1A8FFF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944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29443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set to Python 3.11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3195828"/>
            <a:ext cx="201168" cy="201168"/>
          </a:xfrm>
          <a:prstGeom prst="rect">
            <a:avLst/>
          </a:prstGeom>
          <a:solidFill>
            <a:srgbClr val="FFD93D">
              <a:alpha val="2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1958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319582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command completed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0" y="3447288"/>
            <a:ext cx="201168" cy="201168"/>
          </a:xfrm>
          <a:prstGeom prst="rect">
            <a:avLst/>
          </a:prstGeom>
          <a:solidFill>
            <a:srgbClr val="00C97A">
              <a:alpha val="20000"/>
            </a:srgbClr>
          </a:solidFill>
          <a:ln w="12700">
            <a:solidFill>
              <a:srgbClr val="00C97A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0" y="34472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cv2 works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0" y="3698748"/>
            <a:ext cx="20116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6987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369874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mediapipe import solutions works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0" y="3950208"/>
            <a:ext cx="201168" cy="201168"/>
          </a:xfrm>
          <a:prstGeom prst="rect">
            <a:avLst/>
          </a:prstGeom>
          <a:solidFill>
            <a:srgbClr val="FF5C5C">
              <a:alpha val="20000"/>
            </a:srgbClr>
          </a:solidFill>
          <a:ln w="12700">
            <a:solidFill>
              <a:srgbClr val="FF5C5C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39502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03520" y="39502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pyautogui works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0" y="4201668"/>
            <a:ext cx="201168" cy="201168"/>
          </a:xfrm>
          <a:prstGeom prst="rect">
            <a:avLst/>
          </a:prstGeom>
          <a:solidFill>
            <a:srgbClr val="00C97A">
              <a:alpha val="20000"/>
            </a:srgbClr>
          </a:solidFill>
          <a:ln w="12700">
            <a:solidFill>
              <a:srgbClr val="00C97A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42016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3520" y="420166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test prints OK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0C97A">
              <a:alpha val="9000"/>
            </a:srgbClr>
          </a:solidFill>
          <a:ln w="12700">
            <a:solidFill>
              <a:srgbClr val="00C97A">
                <a:alpha val="3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ticked? You're ready. See you at the session! 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TROUBLESHOOTING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8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issues &amp; fixes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not working? Check here before reaching 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C5C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44752"/>
            <a:ext cx="4206240" cy="502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'pip' not recognized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847088"/>
            <a:ext cx="3840480" cy="0"/>
          </a:xfrm>
          <a:prstGeom prst="line">
            <a:avLst/>
          </a:prstGeom>
          <a:noFill/>
          <a:ln w="12700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9019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Try: py -3.11 -m pip install ...  or  pip3 install ...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82312" y="144475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93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444752"/>
            <a:ext cx="4206240" cy="502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53619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mediapipe install fails / errors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46904" y="1847088"/>
            <a:ext cx="3840480" cy="0"/>
          </a:xfrm>
          <a:prstGeom prst="line">
            <a:avLst/>
          </a:prstGeom>
          <a:noFill/>
          <a:ln w="12700">
            <a:solidFill>
              <a:srgbClr val="FFD93D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19019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You're on Python 3.12. Install 3.11 first, then use py -3.11 -m pip.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9631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96312"/>
            <a:ext cx="420624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587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'mediapipe' has no attribute 'solutions'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" y="2898648"/>
            <a:ext cx="3840480" cy="0"/>
          </a:xfrm>
          <a:prstGeom prst="line">
            <a:avLst/>
          </a:prstGeom>
          <a:noFill/>
          <a:ln w="1270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95351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Use: from mediapipe import solutions — then solutions.hands instead of mp.solutions.hands.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82312" y="249631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F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82312" y="2496312"/>
            <a:ext cx="4206240" cy="50292"/>
          </a:xfrm>
          <a:prstGeom prst="rect">
            <a:avLst/>
          </a:prstGeom>
          <a:solidFill>
            <a:srgbClr val="1A8FFF"/>
          </a:solidFill>
          <a:ln w="12700">
            <a:solidFill>
              <a:srgbClr val="1A8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2587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Webcam not opening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46904" y="2898648"/>
            <a:ext cx="3840480" cy="0"/>
          </a:xfrm>
          <a:prstGeom prst="line">
            <a:avLst/>
          </a:prstGeom>
          <a:noFill/>
          <a:ln w="12700">
            <a:solidFill>
              <a:srgbClr val="1A8FFF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904" y="295351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Try VideoCapture(1) or (2). Close Zoom, Teams, or any app using the camera.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5478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7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547872"/>
            <a:ext cx="4206240" cy="5029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639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module named 'cv2'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" y="3950208"/>
            <a:ext cx="3840480" cy="0"/>
          </a:xfrm>
          <a:prstGeom prst="line">
            <a:avLst/>
          </a:prstGeom>
          <a:noFill/>
          <a:ln w="12700">
            <a:solidFill>
              <a:srgbClr val="00C97A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4005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Packages aren't installed in Python 3.11. Run: py -3.11 -m pip install opencv-python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82312" y="354787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5C5C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82312" y="3547872"/>
            <a:ext cx="4206240" cy="50292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36393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pyautogui volume keys do nothing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46904" y="3950208"/>
            <a:ext cx="3840480" cy="0"/>
          </a:xfrm>
          <a:prstGeom prst="line">
            <a:avLst/>
          </a:prstGeom>
          <a:noFill/>
          <a:ln w="12700">
            <a:solidFill>
              <a:srgbClr val="FF5C5C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400507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macOS: grant Accessibility access to Terminal in System Preferences → Privacy.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5C5C">
              <a:alpha val="9000"/>
            </a:srgbClr>
          </a:solidFill>
          <a:ln w="12700">
            <a:solidFill>
              <a:srgbClr val="FF5C5C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stuck? Reply to the setup email before the session — don't leave it until the day.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Prerequisites &amp; Setup — Teaching Computers to See</dc:title>
  <dc:subject>PptxGenJS Presentation</dc:subject>
  <dc:creator>PptxGenJS</dc:creator>
  <cp:lastModifiedBy>PptxGenJS</cp:lastModifiedBy>
  <cp:revision>1</cp:revision>
  <dcterms:created xsi:type="dcterms:W3CDTF">2026-05-29T02:40:58Z</dcterms:created>
  <dcterms:modified xsi:type="dcterms:W3CDTF">2026-05-29T02:40:58Z</dcterms:modified>
</cp:coreProperties>
</file>