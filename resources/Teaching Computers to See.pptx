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15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35555" y="2141190"/>
            <a:ext cx="712089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Teaching Computers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to See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05100" y="4160490"/>
            <a:ext cx="6781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Practical Workshop: From Raw Pixels to Artificial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35605" y="2322165"/>
            <a:ext cx="632079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How does a computer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actually "see"?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3086100" y="3979515"/>
            <a:ext cx="6019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Take a guess. What is the camera really looking at?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38412"/>
            <a:ext cx="5286375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66912"/>
            <a:ext cx="1285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6724650" y="29289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It's Just a Spreadsheet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724650" y="3433762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Computers don't see colors or shapes. They read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matrix of numbers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Each pixel is represented by three values: Red, Green, and Blue (RGB), ranging from 0 to 255.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Digital Reality: Pixels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866775" y="32956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OpenCV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66775" y="38004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"Eyes" of our computer. A massive library that handles image processing, hardware access, and basic computer vision.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645074" y="32956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MediaPipe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4645074" y="38004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"Brain." Google's framework for high-performance machine learning, used for tracking hands, faces, and bodies.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423374" y="32956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Magic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423374" y="38004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Today we combine these tools to recreate the logic behind facial recognition and gesture control.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098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09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09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Developer Toolkit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2615564" y="2436465"/>
            <a:ext cx="69608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01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2615564" y="2941290"/>
            <a:ext cx="696087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Digital Eye Setup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2781300" y="3865215"/>
            <a:ext cx="66294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Accessing the webcam and reading the first raw matrix of numbers.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571500" y="27051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Pattern Matching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32099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How does it find a face without AI? It searches for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Haar Features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specific contrast patterns like the bridge of the nose being brighter than the eyes.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42672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It's not "seeing" you; it's finding dark and light rectangles that mathematically resemble a face shape.</a:t>
            </a:r>
            <a:endParaRPr/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69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Project 02: Haar Cascades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935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935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9350"/>
            <a:ext cx="3492549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866775" y="34480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Resize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66775" y="39528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Shrinking the data. We don't need millions of pixels to find a shape; we need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core features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4645074" y="34480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Blur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4645074" y="39528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Removing noise. Denoising helps the computer focus on the big shapes rather than digital static.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423374" y="34480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Threshold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423374" y="39528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Binarization. Turning the world into pure Black or White to maximize mathematical contrast.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622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622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62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Vision Pipeline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2157412"/>
            <a:ext cx="571500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3619500" y="253841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Math: Convolution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3619500" y="28146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Under the hood, a "sliding window" moves across the pixel grid, multiplying values by a filter matrix to extract features like edges and curves.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3619500" y="38719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is the foundation of the neural network's intelligence.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571500" y="1838325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Project 03: The CNN Brain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2705100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Feature Extraction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32099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 this demo, we peek into the neural network. Notice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Feature Maps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the computer doesn't see a '7', it sees a vertical line and a top curve.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71500" y="4267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When these specific features align in the matrix, the AI outputs a prediction with high probability.</a:t>
            </a:r>
            <a:endParaRPr/>
          </a:p>
        </p:txBody>
      </p:sp>
      <p:pic>
        <p:nvPicPr>
          <p:cNvPr descr="image.png" id="178" name="Google Shape;1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9212" y="1966912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6334125" y="28575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Tracking 21 Points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334125" y="33623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Once we know the coordinates of your hand, we can apply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Euclidean Geometry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By measuring the distance between your thumb and index finger, we create a virtual volume knob.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6334125" y="44196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Knowing the data means we can control the machine.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Project 04: Human Control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571500" y="2938462"/>
            <a:ext cx="5286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70</a:t>
            </a:r>
            <a:r>
              <a:rPr b="1" i="0" lang="en-US" sz="12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571500" y="4462462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Emotion Detection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334125" y="27051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Going Beyond Shapes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6334125" y="32099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DeepFace moves from finding a face to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interpreting a state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By analyzing 68 facial landmarks, the AI predicts gender, age, and emotional response in real-time.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6334125" y="42672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is the current peak of real-time computer vision interpretation.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Project 05: Deep Interpretation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2460545" y="1803052"/>
            <a:ext cx="727090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Keep Learning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2633662" y="2269777"/>
            <a:ext cx="6924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pipeline is only the beginning. Dive deeper into the math of CNNs: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2633662" y="4597598"/>
            <a:ext cx="6924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2633662" y="2921198"/>
            <a:ext cx="6924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Essential Resources: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2633662" y="3368873"/>
            <a:ext cx="6924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Intro to CNNs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2633662" y="3816548"/>
            <a:ext cx="6924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But what is a Convolution?</a:t>
            </a:r>
            <a:endParaRPr/>
          </a:p>
        </p:txBody>
      </p:sp>
      <p:pic>
        <p:nvPicPr>
          <p:cNvPr descr="image.png" id="212" name="Google Shape;2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6387" y="343554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3883223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571500" y="190514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71500" y="268991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71500" y="347469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71500" y="42594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26803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26803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346516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42499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50347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50347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457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666875" y="204802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https://images.stockcake.com/public/9/a/5/9a5e330c-2c48-4bd4-9f8c-5cd0090ea9f4_large/digital-matrix-code-stockcake.jpg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666875" y="229373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descr="image.png" id="234" name="Google Shape;2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93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666875" y="283279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https://miro.medium.com/1*mH7AABb6oha9g6v9jB4gjw.png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1666875" y="307850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241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666875" y="361756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https://miro.medium.com/1*slzHFjXRkTVtFhRipPl8vw.png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666875" y="38632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08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666875" y="44023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https://editor.analyticsvidhya.com/uploads/51525hand_crops.png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666875" y="46480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www.analyticsvidhya.com</a:t>
            </a:r>
            <a:endParaRPr/>
          </a:p>
        </p:txBody>
      </p:sp>
      <p:pic>
        <p:nvPicPr>
          <p:cNvPr descr="image.png" id="243" name="Google Shape;24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936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1666875" y="518710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https://www.dragon1.com/images/convolutional-neural-networks-cnns.png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1666875" y="54328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www.dragon1.com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